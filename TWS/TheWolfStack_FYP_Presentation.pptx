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109728"/>
            <a:ext cx="3227832" cy="67482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The Wolf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3B82F6"/>
                </a:solidFill>
                <a:latin typeface="Calibri"/>
              </a:rPr>
              <a:t>Multi-Tenant SaaS ERP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37560"/>
            <a:ext cx="4572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Final Year Project  ·  Bachelor of Information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  <a:latin typeface="Calibr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React 18  +  Node.js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MongoDB  +  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2918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JWT  ·  RBAC  ·  AWS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Socket.io  ·  Railway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[Your Name]  |  [Member 2]  |  [Member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Supervised by: [Supervisor Name]     ·     [University Name] — Dept. of Information Technology     ·   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Calibri"/>
              </a:rPr>
              <a:t>Why do software houses struggle with operations management?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❌  Scattered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HR in Excel, Projects on WhatsApp, Finance in manual registers — no single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745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❌  Unaffordable Enterprise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SAP, Oracle, Microsoft Dynamics cost thousands of dollars — far beyond SME budgets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112745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69079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❌  No Local SaaS ERP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1655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No affordable Pakistani multi-tenant SaaS ERP built for software houses exists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112745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03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❌  High Setup Cost per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509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Every business needs separate deployments — no shared infrastructure, no economies of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Our Solution — Introducing The Wolf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One platform. Every company. Fully isolated.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✅  Multi-Tenant SaaS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1109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One deployed instance serves many companies — each with fully isolated data &amp; 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32888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✅  Complete ERP in One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352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HR &amp; Attendance · Finance &amp; Payroll · Project Management — all under one 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57016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301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✅  Two-Level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593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Supra Admin manages the entire platform; each Tenant Admin manages their own workspace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81144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54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✅  Role-Based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Owner → Admin → Manager → HR → Finance → Employee — granular permissions at every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05272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784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✅  Cloud-Native &amp; Affordable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Deployed on Railway (cloud), MongoDB Atlas — no expensive infrastructure for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56616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React 18  + 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Tailwind CSS  +  Ant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Context API (Auth, Socket)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Axios  +  React Router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92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Deployed on Railway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51560"/>
            <a:ext cx="356616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51560"/>
            <a:ext cx="35661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70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Node.js  +  Express.js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6 Modular Route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JWT  +  RBAC Middleware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Socket.io (real-time)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892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Deployed on Railway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51560"/>
            <a:ext cx="3566160" cy="5349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051560"/>
            <a:ext cx="35661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170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MongoDB Atlas (cloud)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560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Mongoose ODM v7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88+ Schema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14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orgId-scoped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92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→  AWS S3 (file storage)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Request Flow:   Browser  →  HTTPS  →  Express Middleware (Auth · RBAC · Tenant Filter)  → 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1887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React 18,  Tailwind CSS,  Ant Design,  Mantine UI,  Framer Motion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11430000" cy="56692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105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Node.js,  Express.js  (modular architecture)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40864"/>
            <a:ext cx="114300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323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323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MongoDB Atlas,  Mongoose ODM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62656"/>
            <a:ext cx="11430000" cy="56692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5409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05409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JWT (HttpOnly Cookies),  bcrypt,  Passport.js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84448"/>
            <a:ext cx="114300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7588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AWS S3  (file &amp; image uploads via Multer)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11430000" cy="56692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2976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Socket.io 4  (live notifications &amp; collaboration)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28032"/>
            <a:ext cx="114300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194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91947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Helmet,  Rate Limiting,  RBAC / PBAC,  Token Blacklist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9824"/>
            <a:ext cx="11430000" cy="566928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412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54126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Prometheus,  Winston Logging,  Sentry Error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071616"/>
            <a:ext cx="114300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1630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616305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Railway  (Frontend + Backend),  MongoDB Atlas  (Database)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Multi-Tenancy — The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One platform instance  ·  Many isolated companies  ·  Zero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8961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1  ·  Query-Level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476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orgId auto-injected into every MongoDB query via middleware — no manual filtering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32888"/>
            <a:ext cx="54864" cy="8961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2  ·  Token-Level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718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JWT claims verified against DB; tenant slug in URL validated on every request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57016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57016"/>
            <a:ext cx="54864" cy="8961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30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3  ·  Access-Level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959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RBAC ensures users can only read/write data belonging to their own 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81144"/>
            <a:ext cx="11274552" cy="8961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81144"/>
            <a:ext cx="54864" cy="8961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6542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4  ·  Socket-Level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200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Real-time events scoped to tenant:{tenantId} rooms — no cross-tenant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Tenant Types:   Software House  ·  Business  ·  Warehouse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Module  ·  HR &amp; Attendance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201168"/>
            <a:ext cx="23774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HR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93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Employee Records &amp; Profiles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482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Attendance Tracking (shifts &amp; policies)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60904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807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Leave Request &amp; Approval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19856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19856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Payroll Processing &amp; Payslip Generation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143000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12893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Performance Reviews &amp; Employee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901952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901952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0482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Onboarding &amp; Training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660904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660904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807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Recruitment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419856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419856"/>
            <a:ext cx="54864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AI-Assisted Payroll Calculation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Module  ·  Finance &amp; Payroll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201168"/>
            <a:ext cx="23774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FINANCE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93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Accounts Payable &amp; Receivable (AP/AR)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482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Chart of Accounts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60904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807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Expense Tracking &amp; Approval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19856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19856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Invoice Generation &amp; Billing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143000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12893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Subscription Plan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901952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901952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0482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Equity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660904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660904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807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Financial Reports (Excel / PDF export)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419856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419856"/>
            <a:ext cx="54864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Dashboard with Key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Module  ·  Project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201168"/>
            <a:ext cx="2377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PM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93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Project Creation with Access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482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Task Management +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60904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807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Kanban Board (Drag &amp; Drop)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19856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19856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Sprint Planning  (Agile / Scrum)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143000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12893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Gantt Chart &amp; Timeline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901952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901952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0482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Milestones &amp; Deliverables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660904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660904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807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Time Tracking &amp; Dev Metrics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419856"/>
            <a:ext cx="57607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419856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Change Request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Supra Admin Panel — Platform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Calibri"/>
              </a:rPr>
              <a:t>The master administrator who controls the entire Wolf Stack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00" cy="13898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733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Platform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Live overview of all tenants, system health, and usage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08760"/>
            <a:ext cx="5486400" cy="13898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508760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Tenant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Approve, suspend, configure, and provision new tenant companies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81528"/>
            <a:ext cx="5486400" cy="13898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81528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ERP Module 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7588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Enable / disable specific ERP modules per tenant based on their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081528"/>
            <a:ext cx="5486400" cy="13898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081528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Master ERP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7588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Pre-built department &amp; role templates for rapid tenant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54296"/>
            <a:ext cx="5486400" cy="13898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654296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18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Platform Admin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4865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Separate roles: Platform Admin, Support, Billing Analyst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654296"/>
            <a:ext cx="5486400" cy="13898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654296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18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System-Wide 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4865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platform-level action logged with timestamp, IP, and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16642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F4444"/>
                </a:solidFill>
                <a:latin typeface="Calibri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JWT stored in HttpOnly cookies — eliminates XSS token theft from localStorage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097280"/>
            <a:ext cx="5486400" cy="16642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097280"/>
            <a:ext cx="54864" cy="16642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344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Calibri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RBAC + PBAC — 10+ defined roles per tenant with resource-action permission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5486400" cy="16642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4864" cy="16642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100 req/15min globally; auth routes protected with strict 5 req/15min limits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971800"/>
            <a:ext cx="5486400" cy="16642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971800"/>
            <a:ext cx="54864" cy="16642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Calibri"/>
              </a:rPr>
              <a:t>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3872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sensitive action logged with: user ID, IP address, timestamp, action 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46320"/>
            <a:ext cx="5486400" cy="16642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54864" cy="16642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78BFA"/>
                </a:solidFill>
                <a:latin typeface="Calibri"/>
              </a:rPr>
              <a:t>Input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1324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express-validator on all POST/PUT routes — prevents injection attacks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846320"/>
            <a:ext cx="5486400" cy="16642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846320"/>
            <a:ext cx="54864" cy="16642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983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Calibri"/>
              </a:rPr>
              <a:t>Token Blacklisting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413248"/>
            <a:ext cx="5166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Revoked / logout tokens tracked in DB — replay attacks prevented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Challenges &amp; How We Solved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029200" cy="9692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1188720"/>
            <a:ext cx="6400800" cy="96926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⚡  Cross-Tenant 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280160"/>
            <a:ext cx="6080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Auto-inject orgId query filter middleware on every API route — no manual tenant checks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04288"/>
            <a:ext cx="5029200" cy="9692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2304288"/>
            <a:ext cx="6400800" cy="96926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⚡  JWT Security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395728"/>
            <a:ext cx="6080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Switched from localStorage to HttpOnly cookies — tokens invisible to JavaScript, eliminating XSS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19856"/>
            <a:ext cx="5029200" cy="9692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3419856"/>
            <a:ext cx="6400800" cy="96926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1129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⚡  Dynamic ERP Modules per 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511296"/>
            <a:ext cx="6080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Tenant record stores enabled module flags; frontend reads config and renders only permitted modules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35424"/>
            <a:ext cx="5029200" cy="9692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0680" y="4535424"/>
            <a:ext cx="6400800" cy="96926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268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⚡  Role Complexity Across Tenants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626864"/>
            <a:ext cx="6080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Unified RBAC with tenant-scoped role assignments — same role system, different data per tenant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50992"/>
            <a:ext cx="5029200" cy="9692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40680" y="5650992"/>
            <a:ext cx="6400800" cy="969264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424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⚡  Scalable Modular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742432"/>
            <a:ext cx="6080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 Express routes split into 6 independent modules — each deployable and testable in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987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987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Future Roadmap &amp;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0058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2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📱  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5272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React Native app for employees — attendance, tasks, payslips on the go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0058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🤖  AI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6712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AI-powered business forecasting, automated payroll insights, anomaly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0058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💬  WhatsApp /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8152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Notifications via WhatsApp Business API and SMS for approvals &amp;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0058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95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🔌  Plugin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9592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Tenants can install third-party ERP plugins — extensible module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10058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10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🏥  New Tenant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10328"/>
            <a:ext cx="6583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Expand beyond Software Houses to Healthcare, Education, and Retail sectors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Thank You  —  Questions Welcome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The Wolf Stack  ·  Multi-Tenant SaaS ERP Portal  ·  FYP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